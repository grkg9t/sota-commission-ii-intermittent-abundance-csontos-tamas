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Electrolyzer
+ DAC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2" y="2048255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9192" y="2258567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PV surplus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2" y="3218687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3428999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full battery access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13332" y="2487167"/>
            <a:ext cx="219456" cy="512064"/>
          </a:xfrm>
          <a:prstGeom prst="down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86199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RTU  —  deterministic hard-limit layer (SOC bounds, load caps, reserve lock)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7"/>
            <a:ext cx="4709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Seven strategy modules plug into one shared decide() interface that sets both paths every hour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only the control logic changes between runs; the electrolyzer/DAC allocation rule itself is identical for all seven, just switched on or off differently.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Same switch, seven different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B6372"/>
                </a:solidFill>
                <a:latin typeface="Calibri"/>
              </a:rPr>
              <a:t>Every strategy flips the same switch — whether the electrolyzer/DAC keep drawing PV surplus, or hand all of it to the battery. What changes is only the signal that decides when.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408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Reactive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286000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No forecast, no reserve — electrolyzer and DAC are never proactively switched off. The reference point the other six are compared against.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Fixed 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871216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No forecast: switches the electrolyzer/DAC off whenever the battery's own charge drops below a fixed threshold, regardless of tomorrow's weather.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1129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Forecast Binary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456432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Sums the forecast window into one deficit number; if it's short, switches the electrolyzer/DAC off with a fixed-size reserve.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65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Proportional Reserve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41648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Same deficit signal as Forecast Binary, but scales the reserve to how severe it is, then projects the battery's trajectory with that margin.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817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26864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5. Temperature-Based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626864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Sizes the reserve from Newton's law of cooling: a hot reactor has more free cooling time, so it needs less protection than a cold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669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6. Precharge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212080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Switches the electrolyzer/DAC off earliest, whenever the forecast's average PV output falls below a fixed fraction of capacity — before any deficit is even computable.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85216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97296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7. Rolling Horizon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797296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Projects the battery's charge hour-by-hour across the whole forecast window and reacts to its lowest point, not just the total.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the more complex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uses nearly all of the largest reserve tested (800 kWh) — no margin for a second night, let alone a real multi-day deficit.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simulated forecast error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All 84 runs already cover imperfect forecasts, but as synthetic, independent Gaussian noise. Swap in a live weather feed, whose errors are time-correlated and often biased in ways white noise isn't, and see if the same strategy rankings hold.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
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BESS as Process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Life-Insurance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Which reservation strategy, and when?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A systematic comparison for intermittent solar-to-methane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8C96C9"/>
                </a:solidFill>
                <a:latin typeface="Calibri"/>
              </a:rPr>
              <a:t>SOTA COMMISSION II  —  INTERMITTENT ABUNDANCE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A cold reactor costs more than a lost kilowatt-hour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309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Remote, off-grid plants that convert solar electricity into a storable fuel, here synthetic methane via Sabatier synthesis, run into an intermittency problem that conventional battery controllers do not account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309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Every kWh looks the same.  </a:t>
            </a:r>
            <a:r>
              <a:rPr sz="1350">
                <a:solidFill>
                  <a:srgbClr val="1A1A1A"/>
                </a:solidFill>
                <a:latin typeface="Calibri"/>
              </a:rPr>
              <a:t>A controller that only tracks the electrical balance treats an idled electrolyzer the same as a reactor left to go cold.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Cold means idle.  </a:t>
            </a:r>
            <a:r>
              <a:rPr sz="1350">
                <a:solidFill>
                  <a:srgbClr val="1A1A1A"/>
                </a:solidFill>
                <a:latin typeface="Calibri"/>
              </a:rPr>
              <a:t>Restarting the Sabatier reactor costs 4–6 hours of dedicated, high-power reheating — time that comes directly out of production.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The real question.  </a:t>
            </a:r>
            <a:r>
              <a:rPr sz="1350">
                <a:solidFill>
                  <a:srgbClr val="1A1A1A"/>
                </a:solidFill>
                <a:latin typeface="Calibri"/>
              </a:rPr>
              <a:t>An earlier prototype showed proactive battery reservation helps. But reservation is a whole design space — which mechanism is worth building, and 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83080"/>
            <a:ext cx="4160520" cy="41605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 i="0">
                <a:solidFill>
                  <a:srgbClr val="1E2761"/>
                </a:solidFill>
                <a:latin typeface="Cambria"/>
              </a:rPr>
              <a:t>4–6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324612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B6372"/>
                </a:solidFill>
                <a:latin typeface="Calibri"/>
              </a:rPr>
              <a:t>HOURS OF LOST PRODUCTION PER COLD-START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977639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This project builds and compares seven distinct battery-reservation strategies on one shared digital twin, across three climates and four levels of forecast error — 84 full-year simulations in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ARCHITECTURE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One digital twin, seven interchangeable strategies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92630E"/>
                </a:solidFill>
                <a:latin typeface="Calibri"/>
              </a:rPr>
              <a:t>PV Array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94560" y="2089403"/>
            <a:ext cx="320040" cy="256032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4600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Battery
(BESS)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2089403"/>
            <a:ext cx="320040" cy="256032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874519"/>
            <a:ext cx="1828800" cy="38404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00" b="1">
                <a:solidFill>
                  <a:srgbClr val="1A1A1A"/>
                </a:solidFill>
                <a:latin typeface="Calibri"/>
              </a:rPr>
              <a:t>Electrolyzer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322575"/>
            <a:ext cx="1828800" cy="38404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00" b="1">
                <a:solidFill>
                  <a:srgbClr val="1A1A1A"/>
                </a:solidFill>
                <a:latin typeface="Calibri"/>
              </a:rPr>
              <a:t>DAC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70631"/>
            <a:ext cx="1828800" cy="384048"/>
          </a:xfrm>
          <a:prstGeom prst="roundRect">
            <a:avLst>
              <a:gd name="adj" fmla="val 12000"/>
            </a:avLst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00" b="1">
                <a:solidFill>
                  <a:srgbClr val="9A2A2A"/>
                </a:solidFill>
                <a:latin typeface="Calibri"/>
              </a:rPr>
              <a:t>Sabatier reactor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19271"/>
            <a:ext cx="5577840" cy="502920"/>
          </a:xfrm>
          <a:prstGeom prst="roundRect">
            <a:avLst>
              <a:gd name="adj" fmla="val 12000"/>
            </a:avLst>
          </a:prstGeom>
          <a:solidFill>
            <a:srgbClr val="2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RTU  —  deterministic hard-limit protection layer (SOC bounds, load caps, reserve lock)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41063"/>
            <a:ext cx="5577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5B6372"/>
                </a:solidFill>
                <a:latin typeface="Calibri"/>
              </a:rPr>
              <a:t>Seven strategy modules plug into one shared decide() interface here —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5B6372"/>
                </a:solidFill>
                <a:latin typeface="Calibri"/>
              </a:rPr>
              <a:t>only the control logic changes between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291840" cy="420624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057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E2761"/>
                </a:solidFill>
                <a:latin typeface="Calibri"/>
              </a:rPr>
              <a:t>ASSUMPTIONS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468880"/>
            <a:ext cx="2788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Sabatier cooling omits the reaction's own exothermic heat (conservative — real reactors cool somewhat more slowly).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Battery model excludes long-term degradation.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Forecast error is additive Gaussian noise, not the time-correlated, often-asymmetric error of real forecasts.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RTU is a generic hard-limit abstraction, not a specific real device's configuration.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Complexity does not predict effectiveness</a:t>
            </a:r>
          </a:p>
        </p:txBody>
      </p:sp>
      <p:pic>
        <p:nvPicPr>
          <p:cNvPr id="4" name="Picture 3" descr="fig1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607" y="1554480"/>
            <a:ext cx="7276480" cy="2651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370832"/>
          <a:ext cx="92354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1554480"/>
                <a:gridCol w="155448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Complexity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Seville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Ouarzazate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Edinburgh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1. Reactive Baseline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2. Fixed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3. Forecast Binary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4. Proportional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5. Temperature-Based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6. Precharge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7. Rolling Horizon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63040" y="620420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5B6372"/>
                </a:solidFill>
                <a:latin typeface="Calibri"/>
              </a:rPr>
              <a:t>Cold-starts per year, perfect forecast. Complexity is a manually assigned 1–5 score, not a measured runtime. Ouarzazate stays at zero for every strategy — a control case, not one where strategy choice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WATCH IT HAPPEN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The same 30 days, seven controllers, one reactor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C9CEE8"/>
                </a:solidFill>
                <a:latin typeface="Calibri"/>
              </a:rPr>
              <a:t>Edinburgh, Scotland — the worst 30-day stretch of the year, replayed hour by hour. Reactor temperature for all 7 strategies against the same weather (animates during the slideshow).</a:t>
            </a:r>
          </a:p>
        </p:txBody>
      </p:sp>
      <p:pic>
        <p:nvPicPr>
          <p:cNvPr id="5" name="Picture 4" descr="critical_period_scotlan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011680"/>
            <a:ext cx="9326880" cy="4352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WHAT WORKED,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simplest strategy won — until the forecast got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7A3D"/>
                </a:solidFill>
                <a:latin typeface="Calibri"/>
              </a:rP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Precharge and Rolling Horizon fully eliminate cold-starts in Seville.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Under a perfect forecast, simple Precharge beats expensive Rolling Horizon in Edinburgh: 66 cold-starts/yr vs. 100.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That ranking reverses as forecast error grows — Rolling Horizon degrades gracefully and overtakes Precharge past ~10–20% error.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No strategy reaches zero in Edinburgh: the 2,000 kWh battery is undersized for that climate's worst deficit, a limit the simulation makes visible rather than assumed.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B32A2A"/>
                </a:solidFill>
                <a:latin typeface="Calibri"/>
              </a:rPr>
              <a:t>WHAT FAILED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Letting the electrolyzer/DAC draw partially from the battery above a reserve floor caused 300+ cold-starts/yr — worse than doing nothing.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Cause: a single winter night's reactor-protection need (~760 kWh) already exceeds the largest reserve tested (800 kWh).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The Temperature-Based strategy's formula was implemented backwards during development (larger reserve when hottest, none when coldest).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Corrected, it still ties the baseline: the reactor's own maintenance logic pins it at minimum temperature within ~2 hours of every night, leaving the formula nothing to compute.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From perfect hindsight to a live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875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Live forecasts.  </a:t>
            </a:r>
            <a:r>
              <a:rPr sz="1500">
                <a:solidFill>
                  <a:srgbClr val="E7E9F5"/>
                </a:solidFill>
                <a:latin typeface="Calibri"/>
              </a:rPr>
              <a:t>Replace this study's perfect-hindsight forecast with a live weather feed.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Hybrid strategies.  </a:t>
            </a:r>
            <a:r>
              <a:rPr sz="1500">
                <a:solidFill>
                  <a:srgbClr val="E7E9F5"/>
                </a:solidFill>
                <a:latin typeface="Calibri"/>
              </a:rPr>
              <a:t>Test designs no single strategy captures alone — e.g. a thermodynamic trigger paired with a rolling-horizon projection.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Closed-loop chemistry.  </a:t>
            </a:r>
            <a:r>
              <a:rPr sz="1500">
                <a:solidFill>
                  <a:srgbClr val="E7E9F5"/>
                </a:solidFill>
                <a:latin typeface="Calibri"/>
              </a:rPr>
              <a:t>Couple the reactor's thermal state to an explicit H₂/CO₂ mass balance for a fully closed-loop yield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C9CEE8"/>
                </a:solidFill>
                <a:latin typeface="Calibri"/>
              </a:rPr>
              <a:t>The answer to “which life-insurance strategy is worth its complexity” depends on climate and on how much you trust your forecast — and this project turns that into something computable instead of guessed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C96C9"/>
                </a:solidFill>
                <a:latin typeface="Calibri"/>
              </a:rPr>
              <a:t>github.com/GRKG9T/SoTA-Commission-II-Intermittent-Abundance-Csontos-Tamas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